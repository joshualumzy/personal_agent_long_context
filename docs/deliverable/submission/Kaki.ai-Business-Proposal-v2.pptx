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cici-Desktop-git-interview-vault/1e35d07d-0c0a-4f87-abab-8d5c74ca4f96/scratchpad/deck/img/kaki-logo-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07008" y="5669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Kaki.ai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EED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3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PROPOSAL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1031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digging.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chasing.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4B3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real work.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2519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agent for small teams.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 Ark AI   |   Show Me Your Agents   |   28 September 2026</a:t>
            </a:r>
            <a:endParaRPr lang="en-US" sz="1200" dirty="0"/>
          </a:p>
        </p:txBody>
      </p:sp>
      <p:pic>
        <p:nvPicPr>
          <p:cNvPr id="8" name="Image 1" descr="/private/tmp/claude-501/-Users-cici-Desktop-git-interview-vault/1e35d07d-0c0a-4f87-abab-8d5c74ca4f96/scratchpad/deck/img/kaki-wal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234440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B3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100" dirty="0"/>
          </a:p>
        </p:txBody>
      </p:sp>
      <p:pic>
        <p:nvPicPr>
          <p:cNvPr id="3" name="Image 0" descr="/private/tmp/claude-501/-Users-cici-Desktop-git-interview-vault/1e35d07d-0c0a-4f87-abab-8d5c74ca4f96/scratchpad/deck/img/kaki-logo-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55080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6336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Kaki.ai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634472" y="6336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77724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capacity is the business case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3736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teams lose time rebuilding company history across messages, tickets, documents and meetings, then writing up and chasing what was promised. Kaki takes that work on in three connected workflows.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943600" y="1737360"/>
            <a:ext cx="5605272" cy="914400"/>
          </a:xfrm>
          <a:prstGeom prst="roundRect">
            <a:avLst>
              <a:gd name="adj" fmla="val 12000"/>
            </a:avLst>
          </a:prstGeom>
          <a:solidFill>
            <a:srgbClr val="FFF6D2"/>
          </a:solidFill>
          <a:ln w="9525">
            <a:solidFill>
              <a:srgbClr val="FFF6D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0" y="17373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17373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questions from the company's own records.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943600" y="2834640"/>
            <a:ext cx="5605272" cy="914400"/>
          </a:xfrm>
          <a:prstGeom prst="roundRect">
            <a:avLst>
              <a:gd name="adj" fmla="val 12000"/>
            </a:avLst>
          </a:prstGeom>
          <a:solidFill>
            <a:srgbClr val="EEEDFB"/>
          </a:solidFill>
          <a:ln w="9525">
            <a:solidFill>
              <a:srgbClr val="EEED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28346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28346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what was said in a meeting into ready drafts.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943600" y="3931920"/>
            <a:ext cx="5605272" cy="914400"/>
          </a:xfrm>
          <a:prstGeom prst="roundRect">
            <a:avLst>
              <a:gd name="adj" fmla="val 12000"/>
            </a:avLst>
          </a:prstGeom>
          <a:solidFill>
            <a:srgbClr val="E4DDF8"/>
          </a:solidFill>
          <a:ln w="9525">
            <a:solidFill>
              <a:srgbClr val="E4DD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0" y="39319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0" y="39319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Spots where knowledge is thin and helps hire for it.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B3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OPPORTUNITY</a:t>
            </a:r>
            <a:endParaRPr lang="en-US" sz="1100" dirty="0"/>
          </a:p>
        </p:txBody>
      </p:sp>
      <p:pic>
        <p:nvPicPr>
          <p:cNvPr id="3" name="Image 0" descr="/private/tmp/claude-501/-Users-cici-Desktop-git-interview-vault/1e35d07d-0c0a-4f87-abab-8d5c74ca4f96/scratchpad/deck/img/kaki-logo-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55080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6336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Kaki.ai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634472" y="6336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77724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recurring tasks compete with core delivery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0879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206240"/>
                <a:gridCol w="35935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8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73152" marB="73152">
                    <a:lnL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8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FRICTION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73152" marB="73152">
                    <a:lnL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78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CONSEQUENCE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73152" marB="73152">
                    <a:lnL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 a company question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73152" marB="73152" anchor="ctr">
                    <a:lnL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several systems and rebuild the history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73152" marB="73152" anchor="ctr">
                    <a:lnL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 answers and decisions on partial context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73152" marB="73152" anchor="ctr">
                    <a:lnL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Follow up a meeting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73152" marB="73152" anchor="ctr">
                    <a:lnL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notes, gather details, draft work, remember owners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73152" marB="73152" anchor="ctr">
                    <a:lnL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Actions delayed, duplicated or missed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73152" marB="73152" anchor="ctr">
                    <a:lnL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B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founder-led hiring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73152" marB="73152" anchor="ctr">
                    <a:lnL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 criteria, search, compare, chase replies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73152" marB="73152" anchor="ctr">
                    <a:lnL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Recruiting crowds out product and customers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73152" marB="73152" anchor="ctr">
                    <a:lnL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40080" y="5212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share one root: the context exists, but it is scattered.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B3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   KNOW</a:t>
            </a:r>
            <a:endParaRPr lang="en-US" sz="1100" dirty="0"/>
          </a:p>
        </p:txBody>
      </p:sp>
      <p:pic>
        <p:nvPicPr>
          <p:cNvPr id="3" name="Image 0" descr="/private/tmp/claude-501/-Users-cici-Desktop-git-interview-vault/1e35d07d-0c0a-4f87-abab-8d5c74ca4f96/scratchpad/deck/img/kaki-logo-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55080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6336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Kaki.ai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634472" y="6336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7772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answer starts with its evidence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402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55117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search, vector search and explicit links between records.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1089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41985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claim cites a record read in that run. Every source opens.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9776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Admit gaps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42885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records can't support an answer, Kaki says so instead of guessing.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846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back in time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15721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as of a past date and get only what was known then.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17336" y="859536"/>
            <a:ext cx="5504688" cy="3843040"/>
          </a:xfrm>
          <a:prstGeom prst="roundRect">
            <a:avLst>
              <a:gd name="adj" fmla="val 2379"/>
            </a:avLst>
          </a:prstGeom>
          <a:solidFill>
            <a:srgbClr val="FFFFFF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228600" dist="76200" dir="5400000">
              <a:srgbClr val="4B3FD1">
                <a:alpha val="18000"/>
              </a:srgbClr>
            </a:outerShdw>
          </a:effectLst>
        </p:spPr>
      </p:sp>
      <p:pic>
        <p:nvPicPr>
          <p:cNvPr id="16" name="Image 1" descr="/private/tmp/claude-501/-Users-cici-Desktop-git-interview-vault/1e35d07d-0c0a-4f87-abab-8d5c74ca4f96/scratchpad/deck/img/graph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914400"/>
            <a:ext cx="5394960" cy="373331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172200" y="4846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answer, its sources and a graph of how the evidence connects.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B3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   ACT</a:t>
            </a:r>
            <a:endParaRPr lang="en-US" sz="1100" dirty="0"/>
          </a:p>
        </p:txBody>
      </p:sp>
      <p:pic>
        <p:nvPicPr>
          <p:cNvPr id="3" name="Image 0" descr="/private/tmp/claude-501/-Users-cici-Desktop-git-interview-vault/1e35d07d-0c0a-4f87-abab-8d5c74ca4f96/scratchpad/deck/img/kaki-logo-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55080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6336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Kaki.ai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634472" y="6336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77724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Meetings end with the follow-up already drafted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087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Kaki writes the call down, flags a decision that contradicts an earlier one, and sorts every promise into one of four tiers.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5216" y="2185416"/>
            <a:ext cx="5870448" cy="3350133"/>
          </a:xfrm>
          <a:prstGeom prst="roundRect">
            <a:avLst>
              <a:gd name="adj" fmla="val 2729"/>
            </a:avLst>
          </a:prstGeom>
          <a:solidFill>
            <a:srgbClr val="FFFFFF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228600" dist="76200" dir="5400000">
              <a:srgbClr val="4B3FD1">
                <a:alpha val="18000"/>
              </a:srgbClr>
            </a:outerShdw>
          </a:effectLst>
        </p:spPr>
      </p:sp>
      <p:pic>
        <p:nvPicPr>
          <p:cNvPr id="9" name="Image 1" descr="/private/tmp/claude-501/-Users-cici-Desktop-git-interview-vault/1e35d07d-0c0a-4f87-abab-8d5c74ca4f96/scratchpad/deck/img/meeting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2240280"/>
            <a:ext cx="5760720" cy="324040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766560" y="2240280"/>
            <a:ext cx="4782312" cy="713232"/>
          </a:xfrm>
          <a:prstGeom prst="roundRect">
            <a:avLst>
              <a:gd name="adj" fmla="val 15385"/>
            </a:avLst>
          </a:prstGeom>
          <a:solidFill>
            <a:srgbClr val="FFF6D2"/>
          </a:solidFill>
          <a:ln w="9525">
            <a:solidFill>
              <a:srgbClr val="FFF6D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949440" y="224028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224028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Answered on the spot, e.g. a customer's question about a past incident.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766560" y="3063240"/>
            <a:ext cx="4782312" cy="713232"/>
          </a:xfrm>
          <a:prstGeom prst="roundRect">
            <a:avLst>
              <a:gd name="adj" fmla="val 15385"/>
            </a:avLst>
          </a:prstGeom>
          <a:solidFill>
            <a:srgbClr val="EEEDFB"/>
          </a:solidFill>
          <a:ln w="9525">
            <a:solidFill>
              <a:srgbClr val="EEEDF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949440" y="306324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138160" y="306324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Emails, tickets, meetings. Approval binds to the exact draft; an edit asks again.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766560" y="3886200"/>
            <a:ext cx="4782312" cy="713232"/>
          </a:xfrm>
          <a:prstGeom prst="roundRect">
            <a:avLst>
              <a:gd name="adj" fmla="val 15385"/>
            </a:avLst>
          </a:prstGeom>
          <a:solidFill>
            <a:srgbClr val="E4DDF8"/>
          </a:solidFill>
          <a:ln w="9525">
            <a:solidFill>
              <a:srgbClr val="E4DD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949440" y="388620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8138160" y="388620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and contracts go to their owner, like a 20% discount to Finance.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766560" y="4709160"/>
            <a:ext cx="4782312" cy="713232"/>
          </a:xfrm>
          <a:prstGeom prst="roundRect">
            <a:avLst>
              <a:gd name="adj" fmla="val 15385"/>
            </a:avLst>
          </a:prstGeom>
          <a:solidFill>
            <a:srgbClr val="FFF0E4"/>
          </a:solidFill>
          <a:ln w="9525">
            <a:solidFill>
              <a:srgbClr val="FFF0E4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949440" y="470916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138160" y="47091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and planted instructions are withheld before any model reads them.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B3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16:00   GROW</a:t>
            </a:r>
            <a:endParaRPr lang="en-US" sz="1100" dirty="0"/>
          </a:p>
        </p:txBody>
      </p:sp>
      <p:pic>
        <p:nvPicPr>
          <p:cNvPr id="3" name="Image 0" descr="/private/tmp/claude-501/-Users-cici-Desktop-git-interview-vault/1e35d07d-0c0a-4f87-abab-8d5c74ca4f96/scratchpad/deck/img/kaki-logo-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55080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6336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Kaki.ai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634472" y="6336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77724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gap a week before it hurts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934456" y="1773936"/>
            <a:ext cx="5669280" cy="3817949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228600" dist="76200" dir="5400000">
              <a:srgbClr val="4B3FD1">
                <a:alpha val="18000"/>
              </a:srgbClr>
            </a:outerShdw>
          </a:effectLst>
        </p:spPr>
      </p:sp>
      <p:pic>
        <p:nvPicPr>
          <p:cNvPr id="8" name="Image 1" descr="/private/tmp/claude-501/-Users-cici-Desktop-git-interview-vault/1e35d07d-0c0a-4f87-abab-8d5c74ca4f96/scratchpad/deck/img/recrui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89320" y="1828800"/>
            <a:ext cx="5559552" cy="370822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18288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Kaki tracks who knows what. When an area is orphaned, thinly staffed or overloaded, it proposes a hire. Approve it and a role opens: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3108960"/>
            <a:ext cx="310896" cy="310896"/>
          </a:xfrm>
          <a:prstGeom prst="ellipse">
            <a:avLst/>
          </a:prstGeom>
          <a:solidFill>
            <a:srgbClr val="EEED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097280" y="31089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criteria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3584448"/>
            <a:ext cx="310896" cy="310896"/>
          </a:xfrm>
          <a:prstGeom prst="ellipse">
            <a:avLst/>
          </a:prstGeom>
          <a:solidFill>
            <a:srgbClr val="EEED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35844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public profiles and score each match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4059936"/>
            <a:ext cx="310896" cy="310896"/>
          </a:xfrm>
          <a:prstGeom prst="ellipse">
            <a:avLst/>
          </a:prstGeom>
          <a:solidFill>
            <a:srgbClr val="EEED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097280" y="40599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each person fits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4535424"/>
            <a:ext cx="310896" cy="310896"/>
          </a:xfrm>
          <a:prstGeom prst="ellipse">
            <a:avLst/>
          </a:prstGeom>
          <a:solidFill>
            <a:srgbClr val="EEED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097280" y="453542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the outreach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5120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B3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week</a:t>
            </a:r>
            <a:endParaRPr lang="en-US" sz="3200" dirty="0"/>
          </a:p>
        </p:txBody>
      </p:sp>
      <p:sp>
        <p:nvSpPr>
          <p:cNvPr id="19" name="Text 15"/>
          <p:cNvSpPr txBox="1"/>
          <p:nvPr/>
        </p:nvSpPr>
        <p:spPr>
          <a:xfrm>
            <a:off x="2651760" y="513892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of the three real hires in two months of records was proposed about a week earlier (backtest, small sample).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B3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BOUNDARY</a:t>
            </a:r>
            <a:endParaRPr lang="en-US" sz="1100" dirty="0"/>
          </a:p>
        </p:txBody>
      </p:sp>
      <p:pic>
        <p:nvPicPr>
          <p:cNvPr id="3" name="Image 0" descr="/private/tmp/claude-501/-Users-cici-Desktop-git-interview-vault/1e35d07d-0c0a-4f87-abab-8d5c74ca4f96/scratchpad/deck/img/kaki-logo-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55080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6336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Kaki.ai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634472" y="6336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77724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Kaki suggests. You decide.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3453384" cy="2651760"/>
          </a:xfrm>
          <a:prstGeom prst="roundRect">
            <a:avLst>
              <a:gd name="adj" fmla="val 4138"/>
            </a:avLst>
          </a:prstGeom>
          <a:solidFill>
            <a:srgbClr val="EEEDFB"/>
          </a:solidFill>
          <a:ln w="9525">
            <a:solidFill>
              <a:srgbClr val="EEED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2240280"/>
            <a:ext cx="2813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sends itself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788920"/>
            <a:ext cx="28133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Approving opens the employee's own Gmail, calendar or tracker with the draft filled in. The last click is always theirs.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67784" y="1920240"/>
            <a:ext cx="3453384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7E6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87824" y="2240280"/>
            <a:ext cx="2813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are read-only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4687824" y="2788920"/>
            <a:ext cx="28133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Kaki reads company records and never changes them. Third-party tools are only touched through the employee's own account.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095488" y="1920240"/>
            <a:ext cx="3453384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7E6E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5528" y="2240280"/>
            <a:ext cx="2813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isn't evidence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8415528" y="2788920"/>
            <a:ext cx="28133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context (Letta, per employee) is shown apart from company records and is never cited as fact.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B3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100" dirty="0"/>
          </a:p>
        </p:txBody>
      </p:sp>
      <p:pic>
        <p:nvPicPr>
          <p:cNvPr id="3" name="Image 0" descr="/private/tmp/claude-501/-Users-cici-Desktop-git-interview-vault/1e35d07d-0c0a-4f87-abab-8d5c74ca4f96/scratchpad/deck/img/kaki-logo-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55080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6336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Kaki.ai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634472" y="6336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77724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modular monolith keeps the boundary explicit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32918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7E6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057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423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Chat, meetings, recruiting, company map. SSE streaming.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931920" y="2286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434840" y="1920240"/>
            <a:ext cx="32918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7E6E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63440" y="2057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Fastify server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2423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sessions, action policy, citation checks.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26680" y="2286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229600" y="1920240"/>
            <a:ext cx="3291840" cy="1234440"/>
          </a:xfrm>
          <a:prstGeom prst="roundRect">
            <a:avLst>
              <a:gd name="adj" fmla="val 8889"/>
            </a:avLst>
          </a:prstGeom>
          <a:solidFill>
            <a:srgbClr val="EEEDFB"/>
          </a:solidFill>
          <a:ln w="9525">
            <a:solidFill>
              <a:srgbClr val="EEEDF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58200" y="2057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loop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458200" y="2423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tool use on SoCLaaS (Qwen) or AWS Bedrock (Claude).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3703320"/>
            <a:ext cx="32918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7E6E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" y="3840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pgvector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2062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records, embeddings, links, conversations, meetings, roles.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434840" y="3703320"/>
            <a:ext cx="32918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7E6E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663440" y="3840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Letta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663440" y="42062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memory, scoped per employee.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229600" y="3703320"/>
            <a:ext cx="32918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7E6E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58200" y="3840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tools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458200" y="42062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Gmail, calendar, tracker handoffs. Exa for public profiles.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54406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server code validates tools, citations and action tiers before anything reaches the employee.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B3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SO FAR</a:t>
            </a:r>
            <a:endParaRPr lang="en-US" sz="1100" dirty="0"/>
          </a:p>
        </p:txBody>
      </p:sp>
      <p:pic>
        <p:nvPicPr>
          <p:cNvPr id="3" name="Image 0" descr="/private/tmp/claude-501/-Users-cici-Desktop-git-interview-vault/1e35d07d-0c0a-4f87-abab-8d5c74ca4f96/scratchpad/deck/img/kaki-logo-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55080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6336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Kaki.ai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634472" y="6336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77724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have measured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3392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71800"/>
            <a:ext cx="3392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cited sources were real records, across 78 evaluated questions.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15384" y="2057400"/>
            <a:ext cx="0" cy="1920240"/>
          </a:xfrm>
          <a:prstGeom prst="line">
            <a:avLst/>
          </a:prstGeom>
          <a:noFill/>
          <a:ln w="9525">
            <a:solidFill>
              <a:srgbClr val="E7E6E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98264" y="2011680"/>
            <a:ext cx="3392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20/20</a:t>
            </a:r>
            <a:endParaRPr lang="en-US" sz="4600" dirty="0"/>
          </a:p>
        </p:txBody>
      </p:sp>
      <p:sp>
        <p:nvSpPr>
          <p:cNvPr id="11" name="Text 8"/>
          <p:cNvSpPr txBox="1"/>
          <p:nvPr/>
        </p:nvSpPr>
        <p:spPr>
          <a:xfrm>
            <a:off x="4398264" y="2971800"/>
            <a:ext cx="3392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lines in meeting transcripts held back before any model saw them.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973568" y="2057400"/>
            <a:ext cx="0" cy="1920240"/>
          </a:xfrm>
          <a:prstGeom prst="line">
            <a:avLst/>
          </a:prstGeom>
          <a:noFill/>
          <a:ln w="9525">
            <a:solidFill>
              <a:srgbClr val="E7E6E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56448" y="2011680"/>
            <a:ext cx="3392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4,966</a:t>
            </a:r>
            <a:endParaRPr lang="en-US" sz="4600" dirty="0"/>
          </a:p>
        </p:txBody>
      </p:sp>
      <p:sp>
        <p:nvSpPr>
          <p:cNvPr id="14" name="Text 11"/>
          <p:cNvSpPr txBox="1"/>
          <p:nvPr/>
        </p:nvSpPr>
        <p:spPr>
          <a:xfrm>
            <a:off x="8156448" y="2971800"/>
            <a:ext cx="3392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records read across tickets, docs, chats and email, for 51 employees.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4617720"/>
            <a:ext cx="10908792" cy="1005840"/>
          </a:xfrm>
          <a:prstGeom prst="roundRect">
            <a:avLst>
              <a:gd name="adj" fmla="val 10909"/>
            </a:avLst>
          </a:prstGeom>
          <a:solidFill>
            <a:srgbClr val="FFF6D2"/>
          </a:solidFill>
          <a:ln w="9525">
            <a:solidFill>
              <a:srgbClr val="FFF6D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461772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OrgForge, a synthetic company built for testing; each figure is one recorded run. Time savings on real Stellar Ark AI work are not yet measured. That is what the pilot is for.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B3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OUTCOMES AND PILOT</a:t>
            </a:r>
            <a:endParaRPr lang="en-US" sz="1100" dirty="0"/>
          </a:p>
        </p:txBody>
      </p:sp>
      <p:pic>
        <p:nvPicPr>
          <p:cNvPr id="3" name="Image 0" descr="/private/tmp/claude-501/-Users-cici-Desktop-git-interview-vault/1e35d07d-0c0a-4f87-abab-8d5c74ca4f96/scratchpad/deck/img/kaki-logo-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55080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6336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Kaki.ai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634472" y="6336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77724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bounded pilot tests value without widening risk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(WORKING ASSUMPTIONS)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94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B3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2286000" y="2194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median time to an evidence-backed answer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291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B3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2286000" y="3291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time to a reviewable meeting-action draft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43891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B3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2286000" y="43891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unauthorised outbound actions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577840" y="1783080"/>
            <a:ext cx="5971032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7E6E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06440" y="178308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178308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680960" y="1783080"/>
            <a:ext cx="3703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Stellar Ark AI team, approved sources, all three workflows.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577840" y="2715768"/>
            <a:ext cx="5971032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7E6E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06440" y="2715768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0" y="2715768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680960" y="2715768"/>
            <a:ext cx="3703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time, search steps, missed follow-ups, time to a shortlist.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577840" y="3648456"/>
            <a:ext cx="5971032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7E6E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806440" y="3648456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0" y="3648456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680960" y="3648456"/>
            <a:ext cx="3703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sources only, and a weekly review of the action log with the team lead.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577840" y="4581144"/>
            <a:ext cx="5971032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7E6E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806440" y="4581144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0" y="4581144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7680960" y="4581144"/>
            <a:ext cx="3703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only when evidence, usability and safety measures are met.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56235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A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are assumptions to test in the pilot, not achieved results.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cici-Desktop-git-interview-vault/1e35d07d-0c0a-4f87-abab-8d5c74ca4f96/scratchpad/deck/img/kaki-w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18872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18872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EED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3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DECISION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3736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C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bounded pilot with one team, across all three workflows.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6118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Kaki gives Stellar Ark AI a way to cut time spent digging and chasing. The pilot measures that on real work before scope widens.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029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A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B3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kakiai.me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A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44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github.com/joshualumzy/personal_agent_long_context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Stellar Ark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Kaki.ai Business Proposal</dc:title>
  <dc:subject>PptxGenJS Presentation</dc:subject>
  <dc:creator>PptxGenJS</dc:creator>
  <cp:lastModifiedBy>PptxGenJS</cp:lastModifiedBy>
  <cp:revision>1</cp:revision>
  <dcterms:created xsi:type="dcterms:W3CDTF">2026-09-28T00:26:06Z</dcterms:created>
  <dcterms:modified xsi:type="dcterms:W3CDTF">2026-09-28T00:26:06Z</dcterms:modified>
</cp:coreProperties>
</file>